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031685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99472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52229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556990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986179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576458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030731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76360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62114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245265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668868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9422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374455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301247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454458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978890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15116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1834BE0-B6DB-4307-9668-F1C799884A2B}" type="datetimeFigureOut">
              <a:rPr lang="en-150" smtClean="0"/>
              <a:t>09/12/2025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C3866-D06D-4E55-8B5C-7B1D5ACC2EE1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1017404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6B328-5BD5-B9EA-4605-4F67CCA27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Song Collector &amp; Playlist Manager</a:t>
            </a:r>
            <a:endParaRPr lang="en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35E3E-06B8-B13B-2419-3700F9FF9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Peter Shehata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746307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7B9E5-12F0-8E87-EAAA-FF538F932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Goals</a:t>
            </a:r>
            <a:endParaRPr lang="en-15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6919E0-42E0-6EA1-1046-646CB94732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660805"/>
            <a:ext cx="409858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a personal music library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Add, edit, delete songs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 audio files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album covers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modern GUI</a:t>
            </a:r>
          </a:p>
        </p:txBody>
      </p:sp>
    </p:spTree>
    <p:extLst>
      <p:ext uri="{BB962C8B-B14F-4D97-AF65-F5344CB8AC3E}">
        <p14:creationId xmlns:p14="http://schemas.microsoft.com/office/powerpoint/2010/main" val="3082783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91F3-6E45-F3C8-C82D-D7E256AEC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Features</a:t>
            </a:r>
            <a:br>
              <a:rPr lang="en-US" b="1" dirty="0"/>
            </a:br>
            <a:endParaRPr lang="en-15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E1E25B-0242-47EE-C6F8-3D0D9F5BC6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5828" y="1478092"/>
            <a:ext cx="475322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CRUD support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search (similarity algorithm)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Sorting: title, rating, duration, newest/oldest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save &amp; load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Album cover preview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Dark/Light mode</a:t>
            </a:r>
            <a:endParaRPr kumimoji="0" lang="en-US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150" altLang="en-150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150" altLang="en-150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Playlist playback (.m3u)</a:t>
            </a:r>
          </a:p>
        </p:txBody>
      </p:sp>
    </p:spTree>
    <p:extLst>
      <p:ext uri="{BB962C8B-B14F-4D97-AF65-F5344CB8AC3E}">
        <p14:creationId xmlns:p14="http://schemas.microsoft.com/office/powerpoint/2010/main" val="2885877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B50FF-D2DE-7FD0-A2B4-C9520F08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Technical Structure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BCD4E-12E2-5C34-8319-7C663D477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Backend: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Song class (</a:t>
            </a:r>
            <a:r>
              <a:rPr lang="en-US" dirty="0" err="1"/>
              <a:t>dataclass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SongCollector</a:t>
            </a:r>
            <a:r>
              <a:rPr lang="en-US" dirty="0"/>
              <a:t> class (CRUD, sorting, search)</a:t>
            </a:r>
          </a:p>
          <a:p>
            <a:r>
              <a:rPr lang="en-US" b="1" dirty="0"/>
              <a:t>Frontend: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Tkinter</a:t>
            </a:r>
            <a:r>
              <a:rPr lang="en-US" dirty="0"/>
              <a:t> GUI</a:t>
            </a:r>
          </a:p>
          <a:p>
            <a:pPr marL="0" indent="0">
              <a:buNone/>
            </a:pPr>
            <a:r>
              <a:rPr lang="en-US" dirty="0" err="1"/>
              <a:t>Listbox</a:t>
            </a:r>
            <a:r>
              <a:rPr lang="en-US" dirty="0"/>
              <a:t>, frames, button actions</a:t>
            </a:r>
          </a:p>
          <a:p>
            <a:r>
              <a:rPr lang="en-US" b="1" dirty="0"/>
              <a:t>Algorithms: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Smart search scoring</a:t>
            </a:r>
          </a:p>
          <a:p>
            <a:pPr marL="0" indent="0">
              <a:buNone/>
            </a:pPr>
            <a:r>
              <a:rPr lang="en-US" dirty="0"/>
              <a:t>Sorting methods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3080100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8F1E-5872-6190-223D-09DE6AA23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Requirements Checklist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DC20F-A216-AF5F-0D00-F1BD7DF15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✔  Clever algorithm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✔  Reasonable user interface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✔  Advanced data types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✔  Own classes and methods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✔  Independent libraries used</a:t>
            </a:r>
          </a:p>
          <a:p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5185383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141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Song Collector &amp; Playlist Manager</vt:lpstr>
      <vt:lpstr>Project Goals</vt:lpstr>
      <vt:lpstr>Features </vt:lpstr>
      <vt:lpstr>Technical Structure</vt:lpstr>
      <vt:lpstr>Requirements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Shehata Peter (264865)</dc:creator>
  <cp:lastModifiedBy>Shehata Peter (264865)</cp:lastModifiedBy>
  <cp:revision>1</cp:revision>
  <dcterms:created xsi:type="dcterms:W3CDTF">2025-12-09T10:06:18Z</dcterms:created>
  <dcterms:modified xsi:type="dcterms:W3CDTF">2025-12-09T10:10:25Z</dcterms:modified>
</cp:coreProperties>
</file>